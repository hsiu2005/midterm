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7EE408-4B6B-43B7-923A-FFDC7002AB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E5F453C-16F2-4359-B71D-14EB185E3C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749E44-B1C6-4F7F-8FF0-0E9F038E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0F5391-7306-4647-A067-29F4444D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4FAB792-D4E4-40C8-A716-54BE60EA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171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E5CBE-DCBD-4640-864B-01C2FE7D3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A843D9-EBDA-4B82-8980-4E6AF8ABB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A2E7C3-EDCF-4BAF-B182-16DE720C3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DEFE05-2F14-4F67-A00D-F6E03385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E7E08FA-40BD-469B-A5A9-AA70467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635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B0EBF-26DD-4F63-AC9C-30D4255DD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5D428F-29F5-4D31-8703-C3845BF296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0320D4-815D-4B4C-A367-AE928012E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13DCC5-9E78-45D4-BA7B-CBA134BA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0EE57E-6F04-4576-9E46-34C5B1DD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790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BEB7E6-1E9B-4AF8-8DC0-B58A8955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2D2519-0479-4807-825F-009CB314C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6BCEA58-10BF-4B41-90DE-5F25CDA2F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CD1DCC-BA16-43D1-B0C3-B9EEB5F66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C31962-D235-4841-B66D-21E9046BD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9E8481-AFEA-43FF-B035-B812A789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199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F11627-6BA9-461F-A50F-4665B7A1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F21D54-37EC-4DA8-9891-014B9032E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4BE4604-AC78-4716-95E5-D6A652C78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21E87E8-8504-4E65-9FF2-448BCF6F3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436BFEA-7FB7-4B19-81B0-2E272CED8A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1551D51-1858-4D1F-83E4-05AEBD0A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FCCF023-DA47-4E96-91F0-63A8C5BFE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42FED41-6FFE-42FD-9D19-80D8B2793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7149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F8FBAC-CBD5-403A-8DE1-DC6C5217A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724FA3B-F07A-4C45-96B8-ABE67E74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3861304-7AF1-4D8C-92DA-B10BF9E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5231F3-4233-4B52-A216-3753977D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84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34D5BBA-D7B7-4117-BDC0-C8CD33B7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708F1F5-5680-4747-88F0-8D41C2C60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53A6F6-F3B3-4395-A1C8-260F782C6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798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644DB6-A786-4011-867F-22B22D0E2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A907A5-1905-4037-B34F-A2977B917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ED0ECBE-6504-4156-9285-9DAF93F7D9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95E446-1195-4CCD-B3B9-52B732A9B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11B9576-646C-4410-830E-0B2BCFAB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46BE85-343D-4293-B650-849D3F30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3078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CC04ED-056D-47EC-AE6E-8DF432A84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820C4F3-7E6A-4FCE-BE71-170F70C79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88759BE-A2CA-415A-A2C5-0D2EF4C88B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3FB8D6-C5E0-4914-A65A-16E14A9E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708CF9-DA8A-48EC-A219-1A9555146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2773E5-4202-400B-9490-B5319B10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326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912B10-B71D-4C3F-9D6D-46DC1B633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A4818BF-404D-4388-98FF-AC592D432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FA41CB-2069-4A23-A4CE-210800E8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8F1600E-CEB4-4DEC-9BFE-75D95D02B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2AC5D9-565A-4C3A-9D89-D9823987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348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87FF684-0951-471A-B69A-C8EB3FBED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4D79A92-C7AA-4085-B5A8-1D3230EB8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273984D-9D6D-4492-A4D3-8E914EB9F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56B735-161B-4AC1-98DA-75893D2FF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154617F-5830-4A1C-9724-1C3F02DC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30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D84925-B8CE-4ED5-9913-9E14F05B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B4211A5-AC89-4198-A962-3BBAB4CA2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C4419E-92AC-4405-BA46-5E207EC3B7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1048-B5EE-464D-BF25-311ADEDFEC05}" type="datetimeFigureOut">
              <a:rPr lang="zh-TW" altLang="en-US" smtClean="0"/>
              <a:t>2025/11/18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3F694E0-A0CA-4D7A-9321-5C93158E7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59BF69-E45E-464D-BD94-B8A39A9B6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DB4DE9-87FC-4156-9360-1FBF053A786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5924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934813-40B0-4E76-B620-FFD774BC83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1141</a:t>
            </a:r>
            <a:r>
              <a:rPr lang="zh-TW" altLang="en-US" dirty="0"/>
              <a:t> </a:t>
            </a:r>
            <a:r>
              <a:rPr lang="en-US" altLang="zh-TW" dirty="0"/>
              <a:t>SE</a:t>
            </a:r>
            <a:r>
              <a:rPr lang="zh-TW" altLang="en-US" dirty="0"/>
              <a:t> 實作專題需求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EC18994-1EAA-412F-BE43-1E323F9F9F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5054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5EF94-06CB-40B6-B283-236F1B145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期中實作需求</a:t>
            </a:r>
            <a:r>
              <a:rPr lang="en-US" altLang="zh-TW" dirty="0"/>
              <a:t>:</a:t>
            </a:r>
            <a:r>
              <a:rPr lang="zh-TW" altLang="en-US" dirty="0"/>
              <a:t> 工作委託平台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3CF6A-ED27-4B14-ACDC-220C833F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TW" altLang="en-US" dirty="0"/>
              <a:t>兩個角色，系統需提供帳號註冊、登入登出功能</a:t>
            </a:r>
            <a:endParaRPr lang="en-US" altLang="zh-TW" dirty="0"/>
          </a:p>
          <a:p>
            <a:r>
              <a:rPr lang="zh-TW" altLang="en-US" dirty="0"/>
              <a:t>委託人</a:t>
            </a:r>
            <a:endParaRPr lang="en-US" altLang="zh-TW" dirty="0"/>
          </a:p>
          <a:p>
            <a:pPr lvl="1"/>
            <a:r>
              <a:rPr lang="zh-TW" altLang="en-US" dirty="0"/>
              <a:t>建立</a:t>
            </a:r>
            <a:r>
              <a:rPr lang="en-US" altLang="zh-TW" dirty="0"/>
              <a:t>/</a:t>
            </a:r>
            <a:r>
              <a:rPr lang="zh-TW" altLang="en-US" dirty="0"/>
              <a:t>修改 待委託專案需求</a:t>
            </a:r>
            <a:endParaRPr lang="en-US" altLang="zh-TW" dirty="0"/>
          </a:p>
          <a:p>
            <a:pPr lvl="1"/>
            <a:r>
              <a:rPr lang="zh-TW" altLang="en-US" dirty="0"/>
              <a:t>選擇委託對象</a:t>
            </a:r>
            <a:endParaRPr lang="en-US" altLang="zh-TW" dirty="0"/>
          </a:p>
          <a:p>
            <a:pPr lvl="1"/>
            <a:r>
              <a:rPr lang="zh-TW" altLang="en-US" strike="sngStrike" dirty="0"/>
              <a:t>執行過程溝通</a:t>
            </a:r>
            <a:endParaRPr lang="en-US" altLang="zh-TW" strike="sngStrike" dirty="0"/>
          </a:p>
          <a:p>
            <a:pPr lvl="1"/>
            <a:r>
              <a:rPr lang="zh-TW" altLang="en-US" dirty="0"/>
              <a:t>結案管理</a:t>
            </a:r>
            <a:r>
              <a:rPr lang="en-US" altLang="zh-TW" dirty="0"/>
              <a:t>(</a:t>
            </a:r>
            <a:r>
              <a:rPr lang="zh-TW" altLang="en-US" dirty="0"/>
              <a:t>退件、接受結案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r>
              <a:rPr lang="zh-TW" altLang="en-US" dirty="0"/>
              <a:t>接案人</a:t>
            </a:r>
            <a:endParaRPr lang="en-US" altLang="zh-TW" dirty="0"/>
          </a:p>
          <a:p>
            <a:pPr lvl="1"/>
            <a:r>
              <a:rPr lang="zh-TW" altLang="en-US" dirty="0"/>
              <a:t>查詢</a:t>
            </a:r>
            <a:r>
              <a:rPr lang="en-US" altLang="zh-TW" dirty="0"/>
              <a:t>/</a:t>
            </a:r>
            <a:r>
              <a:rPr lang="zh-TW" altLang="en-US" dirty="0"/>
              <a:t>觀看委託專案</a:t>
            </a:r>
            <a:endParaRPr lang="en-US" altLang="zh-TW" dirty="0"/>
          </a:p>
          <a:p>
            <a:pPr lvl="1"/>
            <a:r>
              <a:rPr lang="zh-TW" altLang="en-US" dirty="0"/>
              <a:t>提出承包意願</a:t>
            </a:r>
            <a:r>
              <a:rPr lang="en-US" altLang="zh-TW" dirty="0"/>
              <a:t>(</a:t>
            </a:r>
            <a:r>
              <a:rPr lang="zh-TW" altLang="en-US" dirty="0"/>
              <a:t>含報價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strike="sngStrike" dirty="0"/>
              <a:t>執行過程溝通</a:t>
            </a:r>
            <a:endParaRPr lang="en-US" altLang="zh-TW" strike="sngStrike" dirty="0"/>
          </a:p>
          <a:p>
            <a:pPr lvl="1"/>
            <a:r>
              <a:rPr lang="zh-TW" altLang="en-US" dirty="0"/>
              <a:t>上傳結案檔案</a:t>
            </a:r>
            <a:endParaRPr lang="en-US" altLang="zh-TW" dirty="0"/>
          </a:p>
          <a:p>
            <a:pPr lvl="1"/>
            <a:r>
              <a:rPr lang="zh-TW" altLang="en-US" dirty="0"/>
              <a:t>歷史專案列表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1635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期末延伸專題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以期中功能為基礎，在下列三項延伸功能中，擇一進行開發</a:t>
            </a:r>
            <a:endParaRPr lang="en-US" altLang="zh-TW" dirty="0"/>
          </a:p>
          <a:p>
            <a:r>
              <a:rPr lang="zh-TW" altLang="en-US" dirty="0"/>
              <a:t>每項限</a:t>
            </a:r>
            <a:r>
              <a:rPr lang="en-US" altLang="zh-TW" dirty="0"/>
              <a:t>21</a:t>
            </a:r>
            <a:r>
              <a:rPr lang="zh-TW" altLang="en-US" dirty="0"/>
              <a:t>個名額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延伸一</a:t>
            </a:r>
            <a:r>
              <a:rPr lang="en-US" altLang="zh-TW" dirty="0"/>
              <a:t>:</a:t>
            </a:r>
            <a:r>
              <a:rPr lang="zh-TW" altLang="en-US" dirty="0"/>
              <a:t>限時競標與檔案版本控管</a:t>
            </a:r>
            <a:endParaRPr lang="en-US" altLang="zh-TW" dirty="0"/>
          </a:p>
          <a:p>
            <a:r>
              <a:rPr lang="zh-TW" altLang="en-US" dirty="0"/>
              <a:t>延伸二</a:t>
            </a:r>
            <a:r>
              <a:rPr lang="en-US" altLang="zh-TW" dirty="0"/>
              <a:t>:</a:t>
            </a:r>
            <a:r>
              <a:rPr lang="zh-TW" altLang="en-US" dirty="0"/>
              <a:t>評價機制</a:t>
            </a:r>
            <a:endParaRPr lang="en-US" altLang="zh-TW" dirty="0"/>
          </a:p>
          <a:p>
            <a:r>
              <a:rPr lang="zh-TW" altLang="en-US" dirty="0"/>
              <a:t>延伸三</a:t>
            </a:r>
            <a:r>
              <a:rPr lang="en-US" altLang="zh-TW" dirty="0"/>
              <a:t>:Issue Tracker</a:t>
            </a:r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50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延伸一</a:t>
            </a:r>
            <a:r>
              <a:rPr lang="en-US" altLang="zh-TW" dirty="0"/>
              <a:t>:</a:t>
            </a:r>
            <a:r>
              <a:rPr lang="zh-TW" altLang="en-US" dirty="0"/>
              <a:t>限時競標與檔案版本控管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甲方開委託時須設定截止期限，截止前可讓多人提案</a:t>
            </a:r>
            <a:endParaRPr lang="en-US" altLang="zh-TW" dirty="0"/>
          </a:p>
          <a:p>
            <a:r>
              <a:rPr lang="zh-TW" altLang="en-US" dirty="0"/>
              <a:t>乙方提案時需上傳提案計畫書，限</a:t>
            </a:r>
            <a:r>
              <a:rPr lang="en-US" altLang="zh-TW" dirty="0"/>
              <a:t>pdf</a:t>
            </a:r>
            <a:r>
              <a:rPr lang="zh-TW" altLang="en-US" dirty="0"/>
              <a:t>格式</a:t>
            </a:r>
            <a:endParaRPr lang="en-US" altLang="zh-TW" dirty="0"/>
          </a:p>
          <a:p>
            <a:r>
              <a:rPr lang="zh-TW" altLang="en-US" dirty="0"/>
              <a:t>須對檔名做處理</a:t>
            </a:r>
            <a:r>
              <a:rPr lang="en-US" altLang="zh-TW" dirty="0"/>
              <a:t>(</a:t>
            </a:r>
            <a:r>
              <a:rPr lang="zh-TW" altLang="en-US" dirty="0"/>
              <a:t>不同人上傳同檔名不可覆蓋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截止後，甲方可選擇一位提案對象進行委託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結案過程，甲方可以退件，讓乙方修改後上傳新版本</a:t>
            </a:r>
            <a:endParaRPr lang="en-US" altLang="zh-TW" dirty="0"/>
          </a:p>
          <a:p>
            <a:r>
              <a:rPr lang="zh-TW" altLang="en-US" dirty="0"/>
              <a:t>有人同檔名不同版本檔案不可覆蓋</a:t>
            </a:r>
            <a:r>
              <a:rPr lang="en-US" altLang="zh-TW" dirty="0"/>
              <a:t>(</a:t>
            </a:r>
            <a:r>
              <a:rPr lang="zh-TW" altLang="en-US" dirty="0"/>
              <a:t>新上傳檔案不可覆蓋舊檔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上傳的所有歷史版本檔案都需留存，並提供下載連結 </a:t>
            </a:r>
            <a:r>
              <a:rPr lang="en-US" altLang="zh-TW" dirty="0"/>
              <a:t>&gt;&gt;</a:t>
            </a:r>
            <a:r>
              <a:rPr lang="zh-TW" altLang="en-US"/>
              <a:t> 保留修改歷程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4048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延伸二</a:t>
            </a:r>
            <a:r>
              <a:rPr lang="en-US" altLang="zh-TW" dirty="0"/>
              <a:t>:</a:t>
            </a:r>
            <a:r>
              <a:rPr lang="zh-TW" altLang="en-US" dirty="0"/>
              <a:t>評價機制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/>
              <a:t>乙方在觀看甲方委託需求時，可以查看甲方過去收到的平均評價與質性意見</a:t>
            </a:r>
            <a:endParaRPr lang="en-US" altLang="zh-TW" dirty="0"/>
          </a:p>
          <a:p>
            <a:r>
              <a:rPr lang="zh-TW" altLang="en-US" dirty="0"/>
              <a:t>甲方在觀看乙方提案時，可以查看乙方過去收到的平均評價與質性意見</a:t>
            </a:r>
            <a:endParaRPr lang="en-US" altLang="zh-TW" dirty="0"/>
          </a:p>
          <a:p>
            <a:r>
              <a:rPr lang="zh-TW" altLang="en-US" dirty="0"/>
              <a:t>委託案完成後，甲乙雙方可以在期限內，針對合作對象提出評價</a:t>
            </a:r>
            <a:r>
              <a:rPr lang="en-US" altLang="zh-TW" dirty="0"/>
              <a:t>(</a:t>
            </a:r>
            <a:r>
              <a:rPr lang="zh-TW" altLang="en-US" dirty="0"/>
              <a:t>三維度分別評</a:t>
            </a:r>
            <a:r>
              <a:rPr lang="en-US" altLang="zh-TW" dirty="0"/>
              <a:t>1-5</a:t>
            </a:r>
            <a:r>
              <a:rPr lang="zh-TW" altLang="en-US" dirty="0"/>
              <a:t>顆星</a:t>
            </a:r>
            <a:r>
              <a:rPr lang="en-US" altLang="zh-TW" dirty="0"/>
              <a:t>)</a:t>
            </a:r>
            <a:r>
              <a:rPr lang="zh-TW" altLang="en-US" dirty="0"/>
              <a:t>，並加上總體的質性評論</a:t>
            </a:r>
            <a:endParaRPr lang="en-US" altLang="zh-TW" dirty="0"/>
          </a:p>
          <a:p>
            <a:r>
              <a:rPr lang="zh-TW" altLang="en-US" dirty="0"/>
              <a:t>甲方受評維度</a:t>
            </a:r>
            <a:endParaRPr lang="en-US" altLang="zh-TW" dirty="0"/>
          </a:p>
          <a:p>
            <a:pPr lvl="1"/>
            <a:r>
              <a:rPr lang="zh-TW" altLang="en-US" dirty="0"/>
              <a:t>需求合理性、驗收難度、合作態度</a:t>
            </a:r>
            <a:endParaRPr lang="en-US" altLang="zh-TW" dirty="0"/>
          </a:p>
          <a:p>
            <a:r>
              <a:rPr lang="zh-TW" altLang="en-US" dirty="0"/>
              <a:t>乙方受評維度</a:t>
            </a:r>
            <a:endParaRPr lang="en-US" altLang="zh-TW" dirty="0"/>
          </a:p>
          <a:p>
            <a:pPr lvl="1"/>
            <a:r>
              <a:rPr lang="zh-TW" altLang="en-US" dirty="0"/>
              <a:t>產出品質、執行效率、合作態度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24040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94C9B-2757-4D50-8F65-E7ABE14B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延伸三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Issue Tracker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F8DEAF-571B-4309-B0E0-C68B6AC51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結案過程，委託方</a:t>
            </a:r>
            <a:r>
              <a:rPr lang="en-US" altLang="zh-TW" dirty="0"/>
              <a:t>(</a:t>
            </a:r>
            <a:r>
              <a:rPr lang="zh-TW" altLang="en-US" dirty="0"/>
              <a:t>甲方</a:t>
            </a:r>
            <a:r>
              <a:rPr lang="en-US" altLang="zh-TW" dirty="0"/>
              <a:t>)</a:t>
            </a:r>
            <a:r>
              <a:rPr lang="zh-TW" altLang="en-US" dirty="0"/>
              <a:t>收到結案檔案後，可以針對結案內容開多個</a:t>
            </a:r>
            <a:r>
              <a:rPr lang="en-US" altLang="zh-TW" dirty="0"/>
              <a:t>Issue(</a:t>
            </a:r>
            <a:r>
              <a:rPr lang="zh-TW" altLang="en-US" dirty="0"/>
              <a:t>待解決事項</a:t>
            </a:r>
            <a:r>
              <a:rPr lang="en-US" altLang="zh-TW" dirty="0"/>
              <a:t>)</a:t>
            </a:r>
            <a:r>
              <a:rPr lang="zh-TW" altLang="en-US" dirty="0"/>
              <a:t>，直到同意結案為止</a:t>
            </a:r>
            <a:endParaRPr lang="en-US" altLang="zh-TW" dirty="0"/>
          </a:p>
          <a:p>
            <a:r>
              <a:rPr lang="zh-TW" altLang="en-US" dirty="0"/>
              <a:t>乙方可以針對</a:t>
            </a:r>
            <a:r>
              <a:rPr lang="en-US" altLang="zh-TW" dirty="0"/>
              <a:t>issue</a:t>
            </a:r>
            <a:r>
              <a:rPr lang="zh-TW" altLang="en-US" dirty="0"/>
              <a:t>進行回覆，甲方與乙方可以針對該</a:t>
            </a:r>
            <a:r>
              <a:rPr lang="en-US" altLang="zh-TW" dirty="0"/>
              <a:t>issue</a:t>
            </a:r>
            <a:r>
              <a:rPr lang="zh-TW" altLang="en-US" dirty="0"/>
              <a:t>持續留言討論</a:t>
            </a:r>
            <a:endParaRPr lang="en-US" altLang="zh-TW" dirty="0"/>
          </a:p>
          <a:p>
            <a:r>
              <a:rPr lang="zh-TW" altLang="en-US" dirty="0"/>
              <a:t>甲方滿意後，可以將該</a:t>
            </a:r>
            <a:r>
              <a:rPr lang="en-US" altLang="zh-TW" dirty="0"/>
              <a:t>issue</a:t>
            </a:r>
            <a:r>
              <a:rPr lang="zh-TW" altLang="en-US" dirty="0"/>
              <a:t>設為已處理完成，結束討論</a:t>
            </a:r>
            <a:endParaRPr lang="en-US" altLang="zh-TW" dirty="0"/>
          </a:p>
          <a:p>
            <a:r>
              <a:rPr lang="zh-TW" altLang="en-US" dirty="0"/>
              <a:t>所有</a:t>
            </a:r>
            <a:r>
              <a:rPr lang="en-US" altLang="zh-TW" dirty="0"/>
              <a:t>issue</a:t>
            </a:r>
            <a:r>
              <a:rPr lang="zh-TW" altLang="en-US" dirty="0"/>
              <a:t>都處理完成後，甲方可以將專案設為已結案</a:t>
            </a:r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86611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454</Words>
  <Application>Microsoft Office PowerPoint</Application>
  <PresentationFormat>寬螢幕</PresentationFormat>
  <Paragraphs>47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1141 SE 實作專題需求</vt:lpstr>
      <vt:lpstr>期中實作需求: 工作委託平台</vt:lpstr>
      <vt:lpstr>期末延伸專題</vt:lpstr>
      <vt:lpstr>延伸一:限時競標與檔案版本控管</vt:lpstr>
      <vt:lpstr>延伸二:評價機制</vt:lpstr>
      <vt:lpstr>延伸三: Issue Tracker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1141 SE 個人實作專題需求</dc:title>
  <dc:creator>buddhist</dc:creator>
  <cp:lastModifiedBy>AZ1644</cp:lastModifiedBy>
  <cp:revision>9</cp:revision>
  <dcterms:created xsi:type="dcterms:W3CDTF">2025-10-07T00:37:40Z</dcterms:created>
  <dcterms:modified xsi:type="dcterms:W3CDTF">2025-11-18T01:24:05Z</dcterms:modified>
</cp:coreProperties>
</file>